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Whole Milk</c:v>
                  </c:pt>
                  <c:pt idx="1">
                    <c:v>Other Vegetables</c:v>
                  </c:pt>
                  <c:pt idx="2">
                    <c:v>Rolls/Buns</c:v>
                  </c:pt>
                  <c:pt idx="3">
                    <c:v>Soda</c:v>
                  </c:pt>
                  <c:pt idx="4">
                    <c:v>Yogurt</c:v>
                  </c:pt>
                  <c:pt idx="5">
                    <c:v>Root Vegetables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15.79</c:v>
                </c:pt>
                <c:pt idx="1">
                  <c:v>12.21</c:v>
                </c:pt>
                <c:pt idx="2">
                  <c:v>11</c:v>
                </c:pt>
                <c:pt idx="3">
                  <c:v>9.71</c:v>
                </c:pt>
                <c:pt idx="4">
                  <c:v>8.59</c:v>
                </c:pt>
                <c:pt idx="5">
                  <c:v>6.96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3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5A5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5A5A"/>
                    </a:solidFill>
                    <a:latin typeface="Arial"/>
                  </a:rPr>
                  <a:t>Support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Basket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products sell together, and where the cross-sell opportunities 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Internship — Codec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Groceries dataset — 14,963 shopping transactions, 167 unique products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 w="12700">
            <a:solidFill>
              <a:srgbClr val="E3E3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raw purchase records into baskets (customer + date = one trip)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 w="12700">
            <a:solidFill>
              <a:srgbClr val="E3E3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Apriori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Mined frequent itemsets, then generated association rules (support, confidence, lift)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 w="12700">
            <a:solidFill>
              <a:srgbClr val="E3E3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product pairs by lift to find genuine cross-sell opportunities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frequently purchased items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= % of all transactions containing the item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popularity — finding real associations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 w="12700">
            <a:solidFill>
              <a:srgbClr val="E3E3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an item (or pair) appears across all transactions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146304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 w="12700">
            <a:solidFill>
              <a:srgbClr val="E3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26280" y="233172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item A was bought, the % chance item B was also bought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46304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F2A44"/>
          </a:solidFill>
          <a:ln w="12700">
            <a:solidFill>
              <a:srgbClr val="E3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0" y="233172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and B are genuinely linked, or just both popular on their own. Lift &gt; 1 = real association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milk pairs with almost everything simply because it's bought so often — high support alone doesn't mean a meaningful relationship. Lift filters that noise out.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 associations by lift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with lift closest to (and above) 1.0 are the strongest genuine pairings found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9601200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lift_chart_f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737360"/>
            <a:ext cx="9235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457200" cy="457200"/>
          </a:xfrm>
          <a:prstGeom prst="oval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783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sausage with bottled beer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21284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pairing found (lift 1.22) — place together or offer a combo discount to lift basket size.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457200" cy="457200"/>
          </a:xfrm>
          <a:prstGeom prst="oval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Cross-merchandise frankfurter and vegetables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67588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1.12 suggests a natural pairing for meal-kit style promotions or shelf placement.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457200" cy="457200"/>
          </a:xfrm>
          <a:prstGeom prst="oval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709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whole milk as an anchor, not a target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51389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in nearly every basket already — promotional spend is better used on the pairs above, not on milk itself.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2026-08-01T23:24:07Z</dcterms:created>
  <dcterms:modified xsi:type="dcterms:W3CDTF">2026-08-01T23:24:07Z</dcterms:modified>
</cp:coreProperties>
</file>